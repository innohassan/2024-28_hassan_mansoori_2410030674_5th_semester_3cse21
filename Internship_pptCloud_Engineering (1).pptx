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868680" cy="9235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448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Engineering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 partial fulfilment of the requirement for the degree of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School of Computer Science and Engineering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3840480" cy="0"/>
          </a:xfrm>
          <a:prstGeom prst="line">
            <a:avLst/>
          </a:prstGeom>
          <a:noFill/>
          <a:ln w="12700">
            <a:solidFill>
              <a:srgbClr val="3E4E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074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Mansoori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2410030674   |   Batch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50292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Candidate's Declaration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914400" cy="4572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6596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 Hassan Mansoori, do hereby declare that the internship report titled </a:t>
            </a:r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“Cloud Engineering”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been completed by me to fulfil the requirement for the award of the degree of Bachelor of Technology in CSE.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references have been quoted; no material has been taken as such from any other source.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is my own original work.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not been submitted to any other institute for any degree or diploma.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solely responsible for any kind of copyright violation in this regard.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49640" y="1965960"/>
            <a:ext cx="3154680" cy="393192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9" name="Text 6"/>
          <p:cNvSpPr/>
          <p:nvPr/>
        </p:nvSpPr>
        <p:spPr>
          <a:xfrm>
            <a:off x="882396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2396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Mansoori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2396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2410030674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School of Computer Science and Engineering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50292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914400" cy="4572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6596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using this opportunity to express my gratitude to everyone who supported me throughout the Internship Program. I am thankful for their aspiring guidance, invaluable constructive criticism, and friendly advice during this work, and I sincerely appreciate their truthful and illuminating views on the issues related to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express my gratitude to my parents for their blessings.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Mansoori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2410030674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1965960"/>
            <a:ext cx="3886200" cy="3840480"/>
          </a:xfrm>
          <a:prstGeom prst="rect">
            <a:avLst/>
          </a:prstGeom>
          <a:solidFill>
            <a:srgbClr val="1B305C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34747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92440" y="39776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mentors, faculty, and organization for their continued support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School of Computer Science and Engineering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50292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914400" cy="4572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17520" y="2011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496312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587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25877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 Trainee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072384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1638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Name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31638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Mansoori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648456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7398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37398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YI/2026/205126/447341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224528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315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Issue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17520" y="4315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18, 2026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800600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92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17520" y="4892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Kounal Gupta, Founder – YuvaIntern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5376672"/>
            <a:ext cx="7406640" cy="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0" y="2011680"/>
            <a:ext cx="3383280" cy="4206240"/>
          </a:xfrm>
          <a:prstGeom prst="rect">
            <a:avLst/>
          </a:prstGeom>
          <a:solidFill>
            <a:srgbClr val="F7F5F2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228600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“Demonstrated consistent dedication, professionalism, and a strong willingness to learn and grow.”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Certificate of Experience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School of Computer Science and Engineering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50292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roadmap – sections to be detailed in the full write-up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914400" cy="4572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05740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057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20574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05740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057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40880" y="20574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834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283464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2834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4088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61188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611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88720" y="36118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09360" y="361188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3611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40880" y="36118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4389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88720" y="43891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09360" y="438912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4389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040880" y="43891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5166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88720" y="51663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09360" y="5166360"/>
            <a:ext cx="5577840" cy="64008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5" name="Text 32"/>
          <p:cNvSpPr/>
          <p:nvPr/>
        </p:nvSpPr>
        <p:spPr>
          <a:xfrm>
            <a:off x="6446520" y="5166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040880" y="51663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Certificates &amp; Communication Proof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School of Computer Science and Engineering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20040"/>
            <a:ext cx="502920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 &amp; Report Format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914400" cy="45720"/>
          </a:xfrm>
          <a:prstGeom prst="rect">
            <a:avLst/>
          </a:prstGeom>
          <a:solidFill>
            <a:srgbClr val="81202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compiled in proper citation format, listing all sources used in the report.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Printing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A4, single-sided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2395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1.5" • R 1" • T 0.75" • B 1"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9626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29626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Roman, 12pt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35295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35295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14pt main / 12pt sub, bold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4096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Spacing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4096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(text), 1 (references)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5216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School of Computer Science and Engineering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80160"/>
            <a:ext cx="1188720" cy="1271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Mansoori  |  Roll No. 2410030674  |  B.Tech CSE, 2026-27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– IILM University, Greater Noida, U.P.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2026-09-26T18:59:15Z</dcterms:created>
  <dcterms:modified xsi:type="dcterms:W3CDTF">2026-09-26T18:59:15Z</dcterms:modified>
</cp:coreProperties>
</file>